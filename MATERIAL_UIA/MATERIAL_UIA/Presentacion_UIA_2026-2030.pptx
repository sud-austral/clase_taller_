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3B11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65760"/>
            <a:ext cx="45720" cy="44119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CORPORACIÓN NACIONAL FORESTAL · CHILE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de Información y Análisis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spc="-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UIA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Datos, sistemas e inteligencia artificial
</a:t>
            </a:r>
            <a:endParaRPr lang="en-US" sz="2200" dirty="0"/>
          </a:p>
          <a:p>
            <a:pPr indent="0" marL="0">
              <a:buNone/>
            </a:pPr>
            <a:r>
              <a:rPr lang="en-US" sz="2200" b="1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servicio de CONAF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54864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251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consolidación 2026 — 2030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617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de 2026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7863840" y="42062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CORPORACIÓN NACIONAL FORESTAL · UNIDAD DE INFORMACIÓN Y ANÁLISIS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766560" y="228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UIA, por qué ahora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brechas que CONAF no puede seguir cargando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023360" cy="1051560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83080"/>
            <a:ext cx="54864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Inexistencia de gobernanza de datos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tuición técnica, decisiones no alineadas, riesgo institucional.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783080"/>
            <a:ext cx="4023360" cy="1051560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783080"/>
            <a:ext cx="54864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técnica y obsolescencia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2286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dependencia de proveedores y baja capacidad de innovación.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023360" cy="1051560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017520"/>
            <a:ext cx="54864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Brechas en información estratégica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Duplicidad de esfuerzos y datos inconsistentes para decidir.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4023360" cy="1051560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017520"/>
            <a:ext cx="54864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Demoras en evaluación sectorial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35204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Plazos altos de respuesta e inconsistencias entre áreas.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251960"/>
            <a:ext cx="54864" cy="5943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3708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estandarización: </a:t>
            </a:r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estrategia ni protocolos oficiales, los procesos no están estandarizados entre gerencias y la calidad de la información oficial es inconsistente.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777740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691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UIA 2026–2030  |  v1 — Abril 2026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863840" y="48691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CORPORACIÓN NACIONAL FORESTAL · UNIDAD DE INFORMACIÓN Y ANÁLISIS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766560" y="228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MISIÓN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misión de la UIA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8046720" cy="237744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554480"/>
            <a:ext cx="91440" cy="2377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19659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la gestión del conocimiento institucional de CONAF, asegurando que los datos sean íntegros, accesibles y comparables, y que los sistemas tecnológicos respondan con agilidad a las necesidades de la administración y de los procesos regulatorios.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9718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UIA actúa como órgano rector de la gobernanza de datos e impulsa la innovación tecnológica para que las decisiones estratégicas se sustenten en información oportuna y de calidad.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normativo: </a:t>
            </a:r>
            <a:pPr indent="0" marL="0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Nº 333/2017, potenciada operativamente desde marzo de 2026 por decisión de la Dirección Ejecutiva.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4777740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8691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UIA 2026–2030  |  v1 — Abril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863840" y="48691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CORPORACIÓN NACIONAL FORESTAL · UNIDAD DE INFORMACIÓN Y ANÁLISIS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766560" y="228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LÍNEAS DE ACCIÓN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líneas de acción complementarias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7432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91640"/>
            <a:ext cx="2743200" cy="73152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6596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984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560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de datos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31546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Validar, estandarizar, mantener y articular con el Estado la información oficial de CONAF.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3977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Supervisar y validar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Estandarizar y coordinar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con el Estado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91840" y="1691640"/>
            <a:ext cx="27432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91840" y="1691640"/>
            <a:ext cx="2743200" cy="73152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96596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60520" y="1984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566160" y="2560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e innovación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566160" y="31546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 el desarrollo tecnológico institucional, con énfasis en automatización e IA aplicadas a procesos sustantivos.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566160" y="3977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Supervisar y priorizar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 con el ecosistema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17920" y="1691640"/>
            <a:ext cx="27432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17920" y="1691640"/>
            <a:ext cx="2743200" cy="73152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96596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086600" y="1984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492240" y="2560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y gestión del cambio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492240" y="31546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Acompañar a los equipos de CONAF en la adopción de nuevas prácticas, priorizando la comprensión por sobre la imposición.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492240" y="3977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y capacitar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Divulgar y comunicar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Acompañar y retroalimentar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365760" y="4777740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65760" y="48691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UIA 2026–2030  |  v1 — Abril 2026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7863840" y="48691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CORPORACIÓN NACIONAL FORESTAL · UNIDAD DE INFORMACIÓN Y ANÁLISIS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766560" y="228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HORIZONTE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2026 — 2030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iniciativa de cuatro años, deliberadamente progresiva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2743200" cy="24688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9202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0" b="1" dirty="0">
                <a:solidFill>
                  <a:srgbClr val="FFFFFF">
                    <a:alpha val="3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resultados visibles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2194560" cy="36576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307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note que la UIA está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783080"/>
            <a:ext cx="2743200" cy="24688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9202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0" b="1" dirty="0">
                <a:solidFill>
                  <a:srgbClr val="FFFFFF">
                    <a:alpha val="3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3566160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· 2028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6160" y="2743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 capacidades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productos sustantivos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66160" y="3703320"/>
            <a:ext cx="2194560" cy="36576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37307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produzca cosas que se usen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783080"/>
            <a:ext cx="2743200" cy="24688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19202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0" b="1" dirty="0">
                <a:solidFill>
                  <a:srgbClr val="FFFFFF">
                    <a:alpha val="3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000" dirty="0"/>
          </a:p>
        </p:txBody>
      </p:sp>
      <p:sp>
        <p:nvSpPr>
          <p:cNvPr id="21" name="Text 19"/>
          <p:cNvSpPr/>
          <p:nvPr/>
        </p:nvSpPr>
        <p:spPr>
          <a:xfrm>
            <a:off x="6492240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 · Mar 2030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2743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 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al SERNAFOR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92240" y="3703320"/>
            <a:ext cx="2194560" cy="36576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7307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como capacidad instalada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UIA se proyecta dejando a CONAF en condiciones de soportar la operación futura del SERNAFOR cuando éste se materialice.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777740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691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UIA 2026–2030  |  v1 — Abril 2026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863840" y="48691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Nueve acciones</a:t>
            </a:r>
            <a:endParaRPr lang="en-US" sz="5000" dirty="0"/>
          </a:p>
          <a:p>
            <a:pPr indent="0" marL="0">
              <a:buNone/>
            </a:pPr>
            <a:r>
              <a:rPr lang="en-US" sz="50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operativas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Organizadas en cuatro bloques temáticos. Distribuidas en las tres fases del horizonte. Articuladas con las líneas 3.1, 3.2 y 3.3.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Conocimiento y arquitectura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Servicios 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Sensibilización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6656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Capacitación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CORPORACIÓN NACIONAL FORESTAL · UNIDAD DE INFORMACIÓN Y ANÁLISIS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766560" y="228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institucional y arquitectura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acciones estructurales que sustentan todo lo demás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42062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91640"/>
            <a:ext cx="73152" cy="301752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457200" cy="457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794760" y="1965960"/>
            <a:ext cx="50292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8"/>
          <p:cNvSpPr/>
          <p:nvPr/>
        </p:nvSpPr>
        <p:spPr>
          <a:xfrm>
            <a:off x="3794760" y="198424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24688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 y diagnóstico de sistemas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31089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sistemático y transversal de los sistemas, aplicaciones, bases de datos y herramientas digitales en uso en CONAF — incluyendo planillas críticas y dependencias de proveedores.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40233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por gerencia (en curso)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Caracterización técnica de sistemas críticos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institucional consolidado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54880" y="1691640"/>
            <a:ext cx="42062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54880" y="1691640"/>
            <a:ext cx="73152" cy="301752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920240"/>
            <a:ext cx="457200" cy="4572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183880" y="1965960"/>
            <a:ext cx="50292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5"/>
          <p:cNvSpPr/>
          <p:nvPr/>
        </p:nvSpPr>
        <p:spPr>
          <a:xfrm>
            <a:off x="8183880" y="198424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029200" y="24688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datos institucional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5029200" y="31089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construcción progresiva de la estructura que organiza datos alfanuméricos, geográficos y satelitales, con interoperabilidad estatal como eje estructural.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029200" y="40233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por dominios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Interoperabilidad con SRCeI, SII, INDAP, CONADI, SAG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servicios e APIs institucionales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65760" y="4777740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5760" y="48691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UIA 2026–2030  |  v1 — Abril 2026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863840" y="48691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CORPORACIÓN NACIONAL FORESTAL · UNIDAD DE INFORMACIÓN Y ANÁLISIS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766560" y="228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B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sustantivos asistidos por IA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más visible: IA aplicada a procesos críticos de CONAF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42062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91640"/>
            <a:ext cx="73152" cy="301752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457200" cy="457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794760" y="1965960"/>
            <a:ext cx="50292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8"/>
          <p:cNvSpPr/>
          <p:nvPr/>
        </p:nvSpPr>
        <p:spPr>
          <a:xfrm>
            <a:off x="3794760" y="198424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2468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sectoriales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29718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IA para agilizar la tramitación de Planes de Manejo y otros permisos: pre-revisión de expedientes, extracción de información, apoyo al evaluador, asistencia al solicitante.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40233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plazos de tramitación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en criterios técnicos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final siempre humana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54880" y="1691640"/>
            <a:ext cx="42062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54880" y="1691640"/>
            <a:ext cx="73152" cy="301752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920240"/>
            <a:ext cx="457200" cy="4572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183880" y="1965960"/>
            <a:ext cx="50292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5"/>
          <p:cNvSpPr/>
          <p:nvPr/>
        </p:nvSpPr>
        <p:spPr>
          <a:xfrm>
            <a:off x="8183880" y="198424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029200" y="2468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 forestal y ambiental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5029200" y="29718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estructurado y chatbot RAG sobre el corpus normativo (~1.500 documentos): leyes, reglamentos, dictámenes, memorandos. Acceso flexible con citas verificables a la fuente.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029200" y="40233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 el criterio institucional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interna primero, externa después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Curaduría como base no negociable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65760" y="4777740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5760" y="48691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UIA 2026–2030  |  v1 — Abril 2026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863840" y="48691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CORPORACIÓN NACIONAL FORESTAL · UNIDAD DE INFORMACIÓN Y ANÁLISIS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766560" y="228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C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Sensibilización y demanda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caminos para que la UIA esté presente en el día a día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114800" cy="1280160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83080"/>
            <a:ext cx="54864" cy="128016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659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947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360" y="2331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 por gerencia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26243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día con cada gerencia: introducción a IA, demos con datos reales del área, discusión de oportunidades.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63440" y="1783080"/>
            <a:ext cx="4114800" cy="1280160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1783080"/>
            <a:ext cx="54864" cy="128016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9659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9240" y="1947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892040" y="2331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Pasantías UIA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892040" y="26243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días trabajando desde el espacio UIA en tus propias tareas, viendo cómo trabaja el equipo.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65760" y="3246120"/>
            <a:ext cx="4114800" cy="1280160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65760" y="3246120"/>
            <a:ext cx="54864" cy="128016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2900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51560" y="3410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594360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Ventanilla de requerimientos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94360" y="40873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formal de entrada para necesidades, ideas y problemas, con compromiso de respuesta.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4663440" y="3246120"/>
            <a:ext cx="4114800" cy="1280160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663440" y="3246120"/>
            <a:ext cx="54864" cy="128016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42900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49240" y="3410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4892040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asesoría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892040" y="40873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de 1-2 horas para resolver un problema concreto de manera conjunta y formativa.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365760" y="4777740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365760" y="48691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UIA 2026–2030  |  v1 — Abril 2026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7863840" y="48691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CORPORACIÓN NACIONAL FORESTAL · UNIDAD DE INFORMACIÓN Y ANÁLISIS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766560" y="228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institucional sostenida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queda más allá de cualquier proyecto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40233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91640"/>
            <a:ext cx="73152" cy="301752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457200" cy="457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749040" y="1965960"/>
            <a:ext cx="50292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8"/>
          <p:cNvSpPr/>
          <p:nvPr/>
        </p:nvSpPr>
        <p:spPr>
          <a:xfrm>
            <a:off x="3749040" y="198424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2468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capacitaciones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40080" y="30632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formación estructurado, escalonado por niveles y modular por temas, con modalidad mixta para llegar realistamente a las regiones.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Articulación con RRHH 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reconocimiento institucional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1691640"/>
            <a:ext cx="4114800" cy="91440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16" name="Text 13"/>
          <p:cNvSpPr/>
          <p:nvPr/>
        </p:nvSpPr>
        <p:spPr>
          <a:xfrm>
            <a:off x="4892040" y="18105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892040" y="2057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Alfabetización digital y primeros usos de IA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92040" y="2331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todo público funcionario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663440" y="2743200"/>
            <a:ext cx="4114800" cy="91440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20" name="Text 17"/>
          <p:cNvSpPr/>
          <p:nvPr/>
        </p:nvSpPr>
        <p:spPr>
          <a:xfrm>
            <a:off x="4892040" y="28620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INTERMEDIO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892040" y="3108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aplicado a tareas frecuentes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92040" y="3383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Segmentado por familias funcionales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663440" y="3794760"/>
            <a:ext cx="4114800" cy="91440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24" name="Text 21"/>
          <p:cNvSpPr/>
          <p:nvPr/>
        </p:nvSpPr>
        <p:spPr>
          <a:xfrm>
            <a:off x="4892040" y="39136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892040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Automatización, integración y desarrollo asistido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892040" y="44348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perfiles técnicos especializados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65760" y="4777740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48691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UIA 2026–2030  |  v1 — Abril 2026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863840" y="48691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CORPORACIÓN NACIONAL FORESTAL · UNIDAD DE INFORMACIÓN Y ANÁLISIS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766560" y="228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GOBERNANZA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 que sostienen el proceso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206240" cy="30175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691640"/>
            <a:ext cx="4206240" cy="9144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116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0574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directiva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2697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de Gobernanza de Datos y Nuevas Tecnologías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33832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iniciativas, acuerda lineamientos, identifica brechas y asegura coherencia con la transición a SERNAFOR.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4251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UIA actúa como Secretaría Técnica. Constitución mediante resolución institucional.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0" y="1691640"/>
            <a:ext cx="4206240" cy="30175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14" name="Shape 11"/>
          <p:cNvSpPr/>
          <p:nvPr/>
        </p:nvSpPr>
        <p:spPr>
          <a:xfrm>
            <a:off x="4754880" y="1691640"/>
            <a:ext cx="4206240" cy="9144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1168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69280" y="20574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horizontal y colaborativa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029200" y="2697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Referentes Digitales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029200" y="33832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Profesionales de distintas áreas, gerencias y regiones que actúan como puente entre la UIA y sus equipos.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29200" y="4251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necesariamente jefaturas: son personas con apertura al cambio y capacidad de influencia entre pares.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65760" y="4777740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65760" y="48691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UIA 2026–2030  |  v1 — Abril 2026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7863840" y="48691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CORPORACIÓN NACIONAL FORESTAL · UNIDAD DE INFORMACIÓN Y ANÁLISIS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766560" y="228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PRINCIPIOS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 la UIA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principios que orientan las decisiones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94560" y="1737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1F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Progresividad por sobre exhaustividad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avanzar bien en pocos frentes que mal en todos.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25603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737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1F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37560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Co-diseño con áreas dueñas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377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se diseñan con quienes las van a usar, no para ellos.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3017520"/>
            <a:ext cx="25603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1737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1F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17920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humana en actos administrativos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377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asiste; no resuelve. Trazabilidad y auditabilidad son condición.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3017520"/>
            <a:ext cx="25603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3291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1F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57200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y comunicación de resultados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Avances, dificultades y aprendizajes se comunican regularmente.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25603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3291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1F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3337560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Articulación con el Estado por defecto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37560" y="3931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interoperabilidad es estructural, no un accesorio posterior.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4572000"/>
            <a:ext cx="25603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3291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1F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217920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de las personas en el cambio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3931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Acompañamiento, formación y respeto por el conocimiento institucional.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4572000"/>
            <a:ext cx="25603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777740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691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UIA 2026–2030  |  v1 — Abril 2026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863840" y="48691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CORPORACIÓN NACIONAL FORESTAL · UNIDAD DE INFORMACIÓN Y ANÁLISIS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766560" y="228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ARTICULACIÓN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trabajamos solos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Articulaciones clave dentro y fuera de CONAF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4114800" cy="0"/>
          </a:xfrm>
          <a:prstGeom prst="line">
            <a:avLst/>
          </a:prstGeom>
          <a:noFill/>
          <a:ln w="9525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0312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Ejecutiva — definición de prioridades estratégicas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Gerencias técnicas — corresponsables de proyectos sustantivos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Direcciones regionales — perspectiva territorial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Informático — operación e infraestructura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Fiscalía / área jurídica — validez de actos administrativos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Encargado de Seguridad y Políticas TI — articulación en ciberseguridad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Personas — capacitaciones y desarrollo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965960"/>
            <a:ext cx="4114800" cy="0"/>
          </a:xfrm>
          <a:prstGeom prst="line">
            <a:avLst/>
          </a:prstGeom>
          <a:noFill/>
          <a:ln w="9525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10312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SEGPRES — plataformas de interoperabilidad del Estado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SRCeI, SII, INDAP, CONADI, SAG — validación de información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Ministerio del Medio Ambiente, IDE Chile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Contraloría General de la República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del Congreso Nacional — articulación normativa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transición SERNAFOR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Eventualmente FAO, banca multilateral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4777740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8691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UIA 2026–2030  |  v1 — Abril 2026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63840" y="48691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94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y la tecnología</a:t>
            </a:r>
            <a:endParaRPr lang="en-US" sz="3600" dirty="0"/>
          </a:p>
          <a:p>
            <a:pPr indent="0" marL="0">
              <a:buNone/>
            </a:pPr>
            <a:r>
              <a:rPr lang="en-US" sz="36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instrumentos al servicio</a:t>
            </a:r>
            <a:endParaRPr lang="en-US" sz="3600" dirty="0"/>
          </a:p>
          <a:p>
            <a:pPr indent="0" marL="0">
              <a:buNone/>
            </a:pPr>
            <a:r>
              <a:rPr lang="en-US" sz="36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personas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 la misión institucional de CONAF.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520440"/>
            <a:ext cx="54864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657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desarrollo será progresivo, colaborativo y orientado a resultados concretos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institución, para quienes trabajan en ella y para los territorios a los que sirve.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UIA · CONAF · 2026 — 2030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de Información y Análisis — CONAF</dc:title>
  <dc:subject>PptxGenJS Presentation</dc:subject>
  <dc:creator>UIA — CONAF</dc:creator>
  <cp:lastModifiedBy>UIA — CONAF</cp:lastModifiedBy>
  <cp:revision>1</cp:revision>
  <dcterms:created xsi:type="dcterms:W3CDTF">2026-04-25T23:41:06Z</dcterms:created>
  <dcterms:modified xsi:type="dcterms:W3CDTF">2026-04-25T23:41:06Z</dcterms:modified>
</cp:coreProperties>
</file>